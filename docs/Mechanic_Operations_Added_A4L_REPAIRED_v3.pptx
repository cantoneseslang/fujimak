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15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12801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初心者向けシステム紹介資料（A4横）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店舗スタッフ / 管理者 / 導入担当者</a:t>
            </a:r>
            <a:endParaRPr lang="en-US" sz="12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16331"/>
            <a:ext cx="374904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55080" y="5048251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FUJIMAK Maintenance Platform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949440"/>
            <a:ext cx="9601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566928" y="7040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システム全体フロー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どういう画面で、どういう処理をするか（全体像）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  →  ダッシュボード  →  新規メンテ依頼  →  AIチャット補助  →  履歴確認  →  管理画面で進捗管理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店舗スタッフ側
</a:t>
            </a: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店舗を選択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症状・写真/動画を入力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AIで必要情報を補完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依頼履歴を確認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2286000"/>
            <a:ext cx="457200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7"/>
          <p:cNvSpPr/>
          <p:nvPr/>
        </p:nvSpPr>
        <p:spPr>
          <a:xfrm>
            <a:off x="5715000" y="251460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管理者側
</a:t>
            </a: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依頼一覧を時系列で確認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チャットログ/添付を確認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ステータス更新と対応指示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帳票(PDF)を業務文書として利用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作業対象店舗を選んで業務を開始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地域フィルタと検索で対象店舗を素早く選択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新規依頼、履歴、通知、マニュアル、Q&amp;A、部品発注へ遷移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新規メンテナンス依頼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機械・症状・緊急度を入力して依頼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ステップ式入力で初心者でも迷いにくい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対話で必要情報を収集し、写真/動画も添付可能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入力不備を減らし、依頼情報の質を向上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履歴確認 + 管理画面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依頼履歴と管理者のオペレーション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6" name="Shape 4"/>
          <p:cNvSpPr/>
          <p:nvPr/>
        </p:nvSpPr>
        <p:spPr>
          <a:xfrm>
            <a:off x="5394960" y="1143000"/>
            <a:ext cx="4892040" cy="5897880"/>
          </a:xfrm>
          <a:prstGeom prst="roundRect">
            <a:avLst>
              <a:gd name="adj" fmla="val 149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7" name="Image 0" descr="/Users/sakonhiroki/fujimak-maintenance/docs/ppt-asset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9888"/>
            <a:ext cx="4709160" cy="5029200"/>
          </a:xfrm>
          <a:prstGeom prst="rect">
            <a:avLst/>
          </a:prstGeom>
        </p:spPr>
      </p:pic>
      <p:pic>
        <p:nvPicPr>
          <p:cNvPr id="8" name="Image 1" descr="/Users/sakonhiroki/fujimak-maintenance/docs/ppt-assets/manag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89888"/>
            <a:ext cx="4709160" cy="5029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依頼履歴（Request History）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577840" y="64739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管理画面（Store Management）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設定画面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通知先メールなどの運用設定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66376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5296"/>
            <a:ext cx="9592056" cy="5596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9037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ポイント: 通知ベンダー/部品発注送信先を一元管理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業務用文書の自動作成機能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部品発注データから帳票(PDF)を自動生成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6583680" cy="5760720"/>
          </a:xfrm>
          <a:prstGeom prst="roundRect">
            <a:avLst>
              <a:gd name="adj" fmla="val 12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/po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53312"/>
            <a:ext cx="6254496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188720"/>
            <a:ext cx="3063240" cy="57607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5"/>
          <p:cNvSpPr/>
          <p:nvPr/>
        </p:nvSpPr>
        <p:spPr>
          <a:xfrm>
            <a:off x="7452360" y="1554480"/>
            <a:ext cx="26517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処理内容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部品情報を自動整形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注文番号を自動採番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A4帳票(PDF)を自動生成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業務連絡・保存にそのまま利用可能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顧客iPhone・管理PC・クラウド(MainT-AI fujimak ver)の連携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9875520" cy="6035040"/>
          </a:xfrm>
          <a:prstGeom prst="roundRect">
            <a:avLst>
              <a:gd name="adj" fmla="val 12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1371600"/>
            <a:ext cx="25603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67912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pic>
        <p:nvPicPr>
          <p:cNvPr id="8" name="Image 1" descr="/Users/sakonhiroki/Library/CloudStorage/GoogleDrive-bestinksalesman@gmail.com/マイドライブ/KIRII/吉沢さん案件/fujimak/i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80560"/>
            <a:ext cx="320040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6492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顧客（1名）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480560"/>
            <a:ext cx="3291840" cy="1920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6492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（1台）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37744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データ送信 ↑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2880360" y="4389120"/>
            <a:ext cx="150876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4" name="Text 9"/>
          <p:cNvSpPr/>
          <p:nvPr/>
        </p:nvSpPr>
        <p:spPr>
          <a:xfrm>
            <a:off x="6583680" y="4160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情報共有 ↓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269480" y="4389120"/>
            <a:ext cx="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導入メリット（まとめ）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初心者でも運用しやすい保守管理フロー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依頼入力の標準化（AI補助で記載漏れを削減）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写真/動画付きで状況共有しやすい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履歴と管理画面で対応漏れを防止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帳票(PDF)の自動作成で業務を効率化</a:t>
            </a:r>
            <a:endParaRPr lang="en-US" sz="20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02336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629400"/>
            <a:ext cx="9774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Mechanic機能 追加概要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923544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Mechanicページを追加し、訪問作業をスマホで一気通貫管理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Before/After証拠、作業コメント、作業時刻を同一フローで記録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顧客サイン付きAcceptance ReportをA4で自動生成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Save PDF / Send to Customer で即時共有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Demo/Production切替で練習運用と本番運用を両立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Mechanic 操作手順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923544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1) 作業予定を選択して Start Work を押す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2) Before写真を撮影し Save Work Start で開始時刻を記録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3) After写真/動画と作業コメントを入力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4) Save and Get the Sign で受領画面へ遷移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5) 顧客サインを取得後、Save PDF / Send to Customer を実行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283</Words>
  <Application>Microsoft Macintosh PowerPoint</Application>
  <PresentationFormat>ユーザー設定</PresentationFormat>
  <Paragraphs>71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システム紹介</dc:title>
  <dc:subject>System introduction for beginners</dc:subject>
  <dc:creator>FUJIMAK MainT-AI</dc:creator>
  <cp:lastModifiedBy>hiroki sakon</cp:lastModifiedBy>
  <cp:revision>2</cp:revision>
  <dcterms:created xsi:type="dcterms:W3CDTF">2026-03-30T03:38:54Z</dcterms:created>
  <dcterms:modified xsi:type="dcterms:W3CDTF">2026-03-30T03:48:22Z</dcterms:modified>
</cp:coreProperties>
</file>