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MainT-AI fujimak ver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21031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初心者向けシステム紹介資料（A4横）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対象: 店舗スタッフ / 管理者 / 導入担当者</a:t>
            </a:r>
            <a:endParaRPr lang="en-US" sz="1200" dirty="0"/>
          </a:p>
        </p:txBody>
      </p:sp>
      <p:pic>
        <p:nvPicPr>
          <p:cNvPr id="6" name="Image 0" descr="/Users/sakonhiroki/Library/CloudStorage/GoogleDrive-bestinksalesman@gmail.com/マイドライブ/KIRII/吉沢さん案件/fujimak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60120"/>
            <a:ext cx="374904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55080" y="4892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FUJIMAK Maintenance Platform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6949440"/>
            <a:ext cx="9601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70408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作成日: 2026/03/30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システム全体フロー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どういう画面で、どういう処理をするか（全体像）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店舗選択  →  ダッシュボード  →  新規メンテ依頼  →  Mechanic作業記録  →  履歴確認  →  管理画面で進捗管理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4572000" cy="4389120"/>
          </a:xfrm>
          <a:prstGeom prst="roundRect">
            <a:avLst>
              <a:gd name="adj" fmla="val 1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146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店舗スタッフ側
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1) 店舗を選択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2) 症状・写真/動画を入力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3) AIで必要情報を補完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4) 依頼履歴を確認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0" y="2286000"/>
            <a:ext cx="4572000" cy="4389120"/>
          </a:xfrm>
          <a:prstGeom prst="roundRect">
            <a:avLst>
              <a:gd name="adj" fmla="val 1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25146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管理者側
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1) 依頼一覧を時系列で確認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2) チャットログ/添付を確認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3) ステータス更新と対応指示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4) 帳票(PDF)を業務文書として利用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画面1: 店舗選択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作業対象店舗を選んで業務を開始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/st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地域フィルタと検索で対象店舗を素早く選択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画面2: ダッシュボード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主要メニューから業務を開始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新規依頼、履歴、通知、マニュアル、Q&amp;A、部品発注へ遷移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画面3: 新規メンテナンス依頼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機械・症状・緊急度を入力して依頼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/mainte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ステップ式入力で初心者でも迷いにくい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画面4: AIサポートチャット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対話で必要情報を収集し、写真/動画も添付可能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/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入力不備を減らし、依頼情報の質を向上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画面5: Mechanic作業記録（新機能）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訪問作業の証跡化と受領サイン取得をモバイルで完結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892040" cy="5897880"/>
          </a:xfrm>
          <a:prstGeom prst="roundRect">
            <a:avLst>
              <a:gd name="adj" fmla="val 149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/mechan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17320"/>
            <a:ext cx="3703320" cy="5257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67208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iPhone表示イメージ（Mechanic）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394960" y="1143000"/>
            <a:ext cx="4892040" cy="5897880"/>
          </a:xfrm>
          <a:prstGeom prst="roundRect">
            <a:avLst>
              <a:gd name="adj" fmla="val 149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0" y="1417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紹介ポイント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669280" y="1828800"/>
            <a:ext cx="4389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作業予定を選択し Start Work を押す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Before写真を保存して開始時刻を記録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After写真/動画と作業コメントを入力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Save and Get the Sign で受領画面へ遷移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顧客サイン後に Save PDF / Send to Customer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運用モード: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Demo: サンプル案件で操作練習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Production: 実案件のみ表示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地球儀3回タップで切替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画面6: 履歴確認 + 管理画面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依頼履歴と管理者のオペレーション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892040" cy="5897880"/>
          </a:xfrm>
          <a:prstGeom prst="roundRect">
            <a:avLst>
              <a:gd name="adj" fmla="val 149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4960" y="1143000"/>
            <a:ext cx="4892040" cy="5897880"/>
          </a:xfrm>
          <a:prstGeom prst="roundRect">
            <a:avLst>
              <a:gd name="adj" fmla="val 149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/Users/sakonhiroki/fujimak-maintenance/docs/ppt-assets/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89888"/>
            <a:ext cx="4709160" cy="5029200"/>
          </a:xfrm>
          <a:prstGeom prst="rect">
            <a:avLst/>
          </a:prstGeom>
        </p:spPr>
      </p:pic>
      <p:pic>
        <p:nvPicPr>
          <p:cNvPr id="8" name="Image 1" descr="/Users/sakonhiroki/fujimak-maintenance/docs/ppt-assets/manage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89888"/>
            <a:ext cx="4709160" cy="5029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依頼履歴（Request History）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577840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管理画面（Store Management）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管理画面アップデート紹介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Managementで追加した運用機能（新規）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6309360" cy="5897880"/>
          </a:xfrm>
          <a:prstGeom prst="roundRect">
            <a:avLst>
              <a:gd name="adj" fmla="val 124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1143000"/>
            <a:ext cx="3383280" cy="5897880"/>
          </a:xfrm>
          <a:prstGeom prst="roundRect">
            <a:avLst>
              <a:gd name="adj" fmla="val 216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追加ポイント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56692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ステータスを Pending / In Progress / Paperwork / Completed で運用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Support Chat Logs と依頼行を統合し、対象案件の流れを一画面で確認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In Progress から請求処理へ進む運用（Invoice作成導線を明確化）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Dashboardから Docs Folder へ直接遷移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/management/docs を新設し、請求書・作業報告PDFを一元管理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Archive Missing で過去Completed案件の未保存PDFをバックフィル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PDFサムネイル表示 + Downloadで再配布を効率化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Docs Folder件数は実ファイル数ベースで表示</a:t>
            </a:r>
            <a:endParaRPr lang="en-US" sz="1250" dirty="0"/>
          </a:p>
        </p:txBody>
      </p:sp>
      <p:pic>
        <p:nvPicPr>
          <p:cNvPr id="9" name="Image 0" descr="/Users/sakonhiroki/fujimak-maintenance/docs/ppt-assets/man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8312" y="1325880"/>
            <a:ext cx="3063240" cy="5212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68312" y="6583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 最新UI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画面7: 設定画面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通知先メールなどの運用設定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通知ベンダー/部品発注送信先を一元管理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業務用文書の自動作成機能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部品発注データから帳票(PDF)を自動生成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6583680" cy="5760720"/>
          </a:xfrm>
          <a:prstGeom prst="roundRect">
            <a:avLst>
              <a:gd name="adj" fmla="val 127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/po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53312"/>
            <a:ext cx="6254496" cy="5440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1188720"/>
            <a:ext cx="3063240" cy="57607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52360" y="1554480"/>
            <a:ext cx="265176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処理内容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部品情報を自動整形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注文番号を自動採番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A4帳票(PDF)を自動生成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業務連絡・保存にそのまま利用可能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ハードウェア接続マップ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顧客iPhone・管理PC・クラウド(MainT-AI fujimak ver)の連携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75520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Library/CloudStorage/GoogleDrive-bestinksalesman@gmail.com/マイドライブ/KIRII/吉沢さん案件/fujimak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0792" y="1371600"/>
            <a:ext cx="2560320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67912" y="38404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クラウドシステム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[MainT-AI fujimak ver]</a:t>
            </a:r>
            <a:endParaRPr lang="en-US" sz="1200" dirty="0"/>
          </a:p>
        </p:txBody>
      </p:sp>
      <p:pic>
        <p:nvPicPr>
          <p:cNvPr id="8" name="Image 1" descr="/Users/sakonhiroki/Library/CloudStorage/GoogleDrive-bestinksalesman@gmail.com/マイドライブ/KIRII/吉沢さん案件/fujimak/i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480560"/>
            <a:ext cx="3200400" cy="1920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6492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顧客（1名）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</a:t>
            </a:r>
            <a:endParaRPr lang="en-US" sz="1200" dirty="0"/>
          </a:p>
        </p:txBody>
      </p:sp>
      <p:pic>
        <p:nvPicPr>
          <p:cNvPr id="10" name="Image 2" descr="/Users/sakonhiroki/Library/CloudStorage/GoogleDrive-bestinksalesman@gmail.com/マイドライブ/KIRII/吉沢さん案件/fujimak/P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480560"/>
            <a:ext cx="3291840" cy="19202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92240" y="6492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カウンターメイン管理PC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（1台）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2377440" y="4160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データ送信 ↑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880360" y="4389120"/>
            <a:ext cx="1508760" cy="-109728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583680" y="4160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情報共有 ↓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269480" y="4389120"/>
            <a:ext cx="-1280160" cy="-109728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導入メリット（まとめ）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初心者でも運用しやすい保守管理フロー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依頼入力の標準化（AI補助で記載漏れを削減）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写真/動画付きで状況共有しやすい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履歴と管理画面で対応漏れを防止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帳票(PDF)の自動作成で業務を効率化</a:t>
            </a:r>
            <a:endParaRPr lang="en-US" sz="2000" dirty="0"/>
          </a:p>
        </p:txBody>
      </p:sp>
      <p:pic>
        <p:nvPicPr>
          <p:cNvPr id="6" name="Image 0" descr="/Users/sakonhiroki/Library/CloudStorage/GoogleDrive-bestinksalesman@gmail.com/マイドライブ/KIRII/吉沢さん案件/fujimak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4023360"/>
            <a:ext cx="22860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629400"/>
            <a:ext cx="9774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ご清聴ありがとうございました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FUJIMAK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FUJIMAK MainT-AI システム紹介</dc:title>
  <dc:subject>System introduction for beginners</dc:subject>
  <dc:creator>FUJIMAK MainT-AI</dc:creator>
  <cp:lastModifiedBy>FUJIMAK MainT-AI</cp:lastModifiedBy>
  <cp:revision>1</cp:revision>
  <dcterms:created xsi:type="dcterms:W3CDTF">2026-04-01T07:14:12Z</dcterms:created>
  <dcterms:modified xsi:type="dcterms:W3CDTF">2026-04-01T07:14:12Z</dcterms:modified>
</cp:coreProperties>
</file>