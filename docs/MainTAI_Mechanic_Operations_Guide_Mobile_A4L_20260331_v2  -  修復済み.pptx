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52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初心者向けシステム紹介（iPhone操作前提 / A4横）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423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この資料は、現場スタッフがスマホで操作する流れに合わせて作成しています。</a:t>
            </a:r>
            <a:endParaRPr lang="en-US" sz="1200" dirty="0"/>
          </a:p>
        </p:txBody>
      </p:sp>
      <p:pic>
        <p:nvPicPr>
          <p:cNvPr id="5" name="Image 0" descr="/Users/sakonhiroki/Library/CloudStorage/GoogleDrive-bestinksalesman@gmail.com/マイドライブ/KIRII/吉沢さん案件/fujimak/i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3291840" cy="3291840"/>
          </a:xfrm>
          <a:prstGeom prst="rect">
            <a:avLst/>
          </a:prstGeom>
        </p:spPr>
      </p:pic>
      <p:pic>
        <p:nvPicPr>
          <p:cNvPr id="6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480560"/>
            <a:ext cx="192024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7040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モバイル運用フロー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iPhoneでの基本操作の全体像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→ ダッシュボード → メンテ依頼 → Mechanic作業記録 → 履歴確認 → 管理連携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i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2468880" cy="2468880"/>
          </a:xfrm>
          <a:prstGeom prst="rect">
            <a:avLst/>
          </a:prstGeom>
        </p:spPr>
      </p:pic>
      <p:pic>
        <p:nvPicPr>
          <p:cNvPr id="7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011680"/>
            <a:ext cx="2011680" cy="2011680"/>
          </a:xfrm>
          <a:prstGeom prst="rect">
            <a:avLst/>
          </a:prstGeom>
        </p:spPr>
      </p:pic>
      <p:pic>
        <p:nvPicPr>
          <p:cNvPr id="8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194560"/>
            <a:ext cx="2743200" cy="20116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00400" y="3246120"/>
            <a:ext cx="105156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0" name="Shape 5"/>
          <p:cNvSpPr/>
          <p:nvPr/>
        </p:nvSpPr>
        <p:spPr>
          <a:xfrm>
            <a:off x="6400800" y="3063240"/>
            <a:ext cx="685800" cy="9144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1" name="Text 6"/>
          <p:cNvSpPr/>
          <p:nvPr/>
        </p:nvSpPr>
        <p:spPr>
          <a:xfrm>
            <a:off x="2103120" y="35661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現場入力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43484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クラウド処理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909560" y="4297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管理確認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最初に作業対象の店舗を選択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地域フィルタで対象エリアを絞り込み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店舗名を検索して選択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選択後、ダッシュボードへ移動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「New Maintenance Call」で新規依頼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「View History」で過去ログ確認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「Notifications」で進捗通知を確認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画面下ナビでいつでも主要画面へ移動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メンテナンス依頼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機器・症状・緊急度をステップ入力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機器/シリアルを選択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故障箇所・症状を入力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緊急度と希望日時を設定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送信して管理側に連携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対話で必要情報を補完し、写真/動画も送信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苗字・連絡先・症状を順番に案内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写真/動画を添付して状況共有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不足情報をAIが聞き返して品質向上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会話ログは履歴・管理画面に保存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Mechanic作業記録（新機能）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訪問作業の証跡化と受領サイン取得をモバイルで完結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echa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iPhone表示イメージ（Mechanic）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作業予定を選択し Start Work を押す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Before写真を保存して開始時刻を記録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After写真/動画と作業コメントを入力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Save and Get the Sign で受領画面へ遷移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顧客サイン後に Save PDF / Send to Customer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Demo/Production を地球儀3回タップで切替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Request History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過去依頼とAIサポート履歴を確認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依頼履歴をステータス別に確認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Request HistoryでAI会話ログを確認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画像・動画添付も履歴から再確認可能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Store Management（管理者）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全案件の進捗と内容を一元管理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店舗横断で依頼一覧を確認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チャットログ・添付を確認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優先度とステータスで対応を管理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画面8: Settings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通知先や運用設定を管理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通知ベンダー情報を管理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部品発注メール送信先を設定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運用開始前に連絡先を整備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部品注文データから帳票PDFを自動生成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537960" cy="6080760"/>
          </a:xfrm>
          <a:prstGeom prst="roundRect">
            <a:avLst>
              <a:gd name="adj" fmla="val 15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po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61872"/>
            <a:ext cx="6263640" cy="5742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097280"/>
            <a:ext cx="2834640" cy="60807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5"/>
          <p:cNvSpPr/>
          <p:nvPr/>
        </p:nvSpPr>
        <p:spPr>
          <a:xfrm>
            <a:off x="749808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自動作成される内容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店舗/機器情報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部品明細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数量/単価/合計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備考欄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41148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手入力ミス削減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報告を標準化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文書作成時間短縮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iPhone・管理PC・クラウドの連携構成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784080" cy="5760720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08760"/>
            <a:ext cx="2514600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86200" y="3977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pic>
        <p:nvPicPr>
          <p:cNvPr id="8" name="Image 1" descr="/Users/sakonhiroki/Library/CloudStorage/GoogleDrive-bestinksalesman@gmail.com/マイドライブ/KIRII/吉沢さん案件/fujimak/i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72000"/>
            <a:ext cx="292608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6400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 1名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26280"/>
            <a:ext cx="3017520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0840" y="6400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 1台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154680" y="4709160"/>
            <a:ext cx="12344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3" name="Shape 8"/>
          <p:cNvSpPr/>
          <p:nvPr/>
        </p:nvSpPr>
        <p:spPr>
          <a:xfrm>
            <a:off x="7315200" y="4663440"/>
            <a:ext cx="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9"/>
          <p:cNvSpPr/>
          <p:nvPr/>
        </p:nvSpPr>
        <p:spPr>
          <a:xfrm>
            <a:off x="2697480" y="4526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依頼データ送信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537960" y="4526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管理/確認データ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モバイル中心で現場対応を効率化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現場スタッフはiPhoneだけで依頼～添付～送信まで完結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管理側はPCで全店舗の状況を一元把握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AIチャットと自動文書化により、伝達品質と業務効率を向上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02336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720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ありがとうございました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376</Words>
  <Application>Microsoft Macintosh PowerPoint</Application>
  <PresentationFormat>ユーザー設定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モバイル版紹介</dc:title>
  <dc:subject>Mobile-first system introduction</dc:subject>
  <dc:creator>FUJIMAK MainT-AI</dc:creator>
  <cp:lastModifiedBy>hiroki sakon</cp:lastModifiedBy>
  <cp:revision>2</cp:revision>
  <dcterms:created xsi:type="dcterms:W3CDTF">2026-03-31T02:30:35Z</dcterms:created>
  <dcterms:modified xsi:type="dcterms:W3CDTF">2026-03-31T02:47:48Z</dcterms:modified>
</cp:coreProperties>
</file>