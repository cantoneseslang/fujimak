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MainT-AI fujimak ver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初心者向けシステム紹介資料（A4横）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店舗スタッフ / 管理者 / 導入担当者</a:t>
            </a:r>
            <a:endParaRPr lang="en-US" sz="12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60120"/>
            <a:ext cx="374904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4892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FUJIMAK Maintenance Platform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6949440"/>
            <a:ext cx="9601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7040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作成日: 2026/03/30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システム全体フロー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どういう画面で、どういう処理をするか（全体像）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  →  ダッシュボード  →  新規メンテ依頼  →  Mechanic作業記録  →  履歴確認  →  管理画面で進捗管理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457200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店舗スタッフ側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店舗を選択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症状・写真/動画を入力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AIで必要情報を補完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依頼履歴を確認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2286000"/>
            <a:ext cx="457200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25146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管理者側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依頼一覧を時系列で確認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チャットログ/添付を確認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ステータス更新と対応指示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帳票(PDF)を業務文書として利用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画面1: 店舗選択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作業対象店舗を選んで業務を開始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st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地域フィルタと検索で対象店舗を素早く選択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画面2: ダッシュボード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主要メニューから業務を開始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新規依頼、履歴、通知、マニュアル、Q&amp;A、部品発注へ遷移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画面3: 新規メンテナンス依頼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機械・症状・緊急度を入力して依頼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mainte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ステップ式入力で初心者でも迷いにくい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画面4: AIサポートチャット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対話で必要情報を収集し、写真/動画も添付可能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入力不備を減らし、依頼情報の質を向上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画面5: Mechanic作業記録（新機能）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訪問作業の証跡化と受領サイン取得をモバイルで完結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操作フロー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4297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作業予定を選択して「Start Work」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Before写真を撮影し「Save Work Start」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After写真/動画 + コメントを記録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「Save and Get the Sign」で受領画面へ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5) 顧客サイン取得後、PDF保存/メール送信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417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紹介ポイント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828800"/>
            <a:ext cx="4389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現場作業の開始/完了を時刻付きで記録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Before/After証拠を同一レコードで管理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受領サイン付きAcceptance Reportを生成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Save PDF / Send to Customerで即時共有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運用モード: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Demo: サンプル案件で操作練習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Production: 実案件のみ表示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地球儀3回タップで切替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画面6: 履歴確認 + 管理画面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依頼履歴と管理者のオペレーション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/Users/sakonhiroki/fujimak-maintenance/docs/ppt-asset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9888"/>
            <a:ext cx="4709160" cy="5029200"/>
          </a:xfrm>
          <a:prstGeom prst="rect">
            <a:avLst/>
          </a:prstGeom>
        </p:spPr>
      </p:pic>
      <p:pic>
        <p:nvPicPr>
          <p:cNvPr id="8" name="Image 1" descr="/Users/sakonhiroki/fujimak-maintenance/docs/ppt-assets/manag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89888"/>
            <a:ext cx="4709160" cy="5029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依頼履歴（Request History）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577840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管理画面（Store Management）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画面7: 設定画面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通知先メールなどの運用設定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通知ベンダー/部品発注送信先を一元管理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業務用文書の自動作成機能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部品発注データから帳票(PDF)を自動生成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6583680" cy="5760720"/>
          </a:xfrm>
          <a:prstGeom prst="roundRect">
            <a:avLst>
              <a:gd name="adj" fmla="val 12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po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6254496" cy="5440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188720"/>
            <a:ext cx="3063240" cy="57607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52360" y="1554480"/>
            <a:ext cx="26517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処理内容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部品情報を自動整形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注文番号を自動採番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A4帳票(PDF)を自動生成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業務連絡・保存にそのまま利用可能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ハードウェア接続マップ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顧客iPhone・管理PC・クラウド(MainT-AI fujimak ver)の連携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75520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Library/CloudStorage/GoogleDrive-bestinksalesman@gmail.com/マイドライブ/KIRII/吉沢さん案件/fujimak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792" y="1371600"/>
            <a:ext cx="256032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67912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クラウドシステム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[MainT-AI fujimak ver]</a:t>
            </a:r>
            <a:endParaRPr lang="en-US" sz="1200" dirty="0"/>
          </a:p>
        </p:txBody>
      </p:sp>
      <p:pic>
        <p:nvPicPr>
          <p:cNvPr id="8" name="Image 1" descr="/Users/sakonhiroki/Library/CloudStorage/GoogleDrive-bestinksalesman@gmail.com/マイドライブ/KIRII/吉沢さん案件/fujimak/i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80560"/>
            <a:ext cx="320040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6492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顧客（1名）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</a:t>
            </a:r>
            <a:endParaRPr lang="en-US" sz="1200" dirty="0"/>
          </a:p>
        </p:txBody>
      </p:sp>
      <p:pic>
        <p:nvPicPr>
          <p:cNvPr id="10" name="Image 2" descr="/Users/sakonhiroki/Library/CloudStorage/GoogleDrive-bestinksalesman@gmail.com/マイドライブ/KIRII/吉沢さん案件/fujimak/P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80560"/>
            <a:ext cx="3291840" cy="1920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2240" y="6492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カウンターメイン管理PC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（1台）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37744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データ送信 ↑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880360" y="4389120"/>
            <a:ext cx="1508760" cy="-109728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58368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情報共有 ↓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269480" y="4389120"/>
            <a:ext cx="-1280160" cy="-109728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導入メリット（まとめ）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初心者でも運用しやすい保守管理フロー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依頼入力の標準化（AI補助で記載漏れを削減）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写真/動画付きで状況共有しやすい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履歴と管理画面で対応漏れを防止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帳票(PDF)の自動作成で業務を効率化</a:t>
            </a:r>
            <a:endParaRPr lang="en-US" sz="20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023360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629400"/>
            <a:ext cx="9774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FUJIMAK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FUJIMAK MainT-AI システム紹介</dc:title>
  <dc:subject>System introduction for beginners</dc:subject>
  <dc:creator>FUJIMAK MainT-AI</dc:creator>
  <cp:lastModifiedBy>FUJIMAK MainT-AI</cp:lastModifiedBy>
  <cp:revision>1</cp:revision>
  <dcterms:created xsi:type="dcterms:W3CDTF">2026-03-31T02:06:42Z</dcterms:created>
  <dcterms:modified xsi:type="dcterms:W3CDTF">2026-03-31T02:06:42Z</dcterms:modified>
</cp:coreProperties>
</file>